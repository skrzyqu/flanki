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pl-P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08"/>
    <p:restoredTop sz="94659"/>
  </p:normalViewPr>
  <p:slideViewPr>
    <p:cSldViewPr snapToGrid="0">
      <p:cViewPr varScale="1">
        <p:scale>
          <a:sx n="91" d="100"/>
          <a:sy n="91" d="100"/>
        </p:scale>
        <p:origin x="192" y="6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18E770-44AE-47D5-B4B1-71BEC9A9D7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41248" y="663960"/>
            <a:ext cx="9456049" cy="3594112"/>
          </a:xfrm>
        </p:spPr>
        <p:txBody>
          <a:bodyPr anchor="b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4CA91C7-81A9-46F3-B0F4-D9AB8808514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1248" y="4667581"/>
            <a:ext cx="9456049" cy="1197387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A648C8-9681-4994-B52A-1A8BC79127E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41248" y="6102693"/>
            <a:ext cx="2743200" cy="365125"/>
          </a:xfrm>
        </p:spPr>
        <p:txBody>
          <a:bodyPr/>
          <a:lstStyle/>
          <a:p>
            <a:fld id="{AE3425CA-4B9D-4420-BB9E-C250DB30E421}" type="datetime1">
              <a:rPr lang="en-US" smtClean="0"/>
              <a:t>1/19/26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77F203-CB10-488B-82DC-9D0571A5EE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2B2E9B-C8B7-4716-9D05-265A04246E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86042B-6341-4E38-A80C-926D3BB8AAC9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9EED8031-DD67-43C6-94A0-646636C95560}"/>
              </a:ext>
            </a:extLst>
          </p:cNvPr>
          <p:cNvCxnSpPr>
            <a:cxnSpLocks/>
          </p:cNvCxnSpPr>
          <p:nvPr/>
        </p:nvCxnSpPr>
        <p:spPr>
          <a:xfrm>
            <a:off x="360154" y="4495800"/>
            <a:ext cx="10375638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291068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142B9A-9384-46B2-8B4F-B9C2035CAB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413CF4-CD0B-4F3C-A1CE-1BA3EFDEEB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1DE659-17B0-4F70-8F1C-93BF4DB643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51E1E-C50D-4FD4-8B1E-ECD78340D9AB}" type="datetime1">
              <a:rPr lang="en-US" smtClean="0"/>
              <a:t>1/19/26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AB0750-AB4E-4FCF-9B52-BC954760B9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466B99-C716-4464-B695-623F4C5A9D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86042B-6341-4E38-A80C-926D3BB8AA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77584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72233A-AD59-4FB1-A1CA-AABFAE0408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9" y="552782"/>
            <a:ext cx="9538428" cy="3714417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656964-650B-4E87-9541-0E659DEC03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41249" y="4672584"/>
            <a:ext cx="9538428" cy="1143802"/>
          </a:xfrm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13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US" sz="20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21BB50-DF4A-47B5-A3AD-18712A3AD4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C83AFB-9E54-459E-8C6D-0913AC3BA5D7}" type="datetime1">
              <a:rPr lang="en-US" smtClean="0"/>
              <a:t>1/19/26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DF59B3-D1B8-4A51-AD6E-868C5BF6F7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0CA779-6272-4A15-A566-20C4E9A60D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86042B-6341-4E38-A80C-926D3BB8AAC9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0B86E8F-91EA-4626-BCA8-3B4973C7C9D6}"/>
              </a:ext>
            </a:extLst>
          </p:cNvPr>
          <p:cNvCxnSpPr>
            <a:cxnSpLocks/>
          </p:cNvCxnSpPr>
          <p:nvPr/>
        </p:nvCxnSpPr>
        <p:spPr>
          <a:xfrm>
            <a:off x="360154" y="4495800"/>
            <a:ext cx="10375638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379849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152A00-5BBD-436C-BB6D-CE650FC462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552783"/>
            <a:ext cx="9683871" cy="132588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FB3E2E-F3C4-4CDD-9138-86AE7A1B566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41248" y="2108362"/>
            <a:ext cx="4507926" cy="37216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795CD01-B639-46B6-B53D-18FE1E39AF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699171" y="2108362"/>
            <a:ext cx="4825948" cy="37216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96E34C3-86AC-48F9-92A4-F17BFAF9EF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0144B6-0CA7-46BA-A00B-1E68E5C3ED0C}" type="datetime1">
              <a:rPr lang="en-US" smtClean="0"/>
              <a:t>1/19/26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75D6A29-C51F-4654-82AD-04056FA6C7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21EEB6-57E6-40E7-9702-1D5999B505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86042B-6341-4E38-A80C-926D3BB8AAC9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929C81A-4806-44FF-99D8-13A65B2D066F}"/>
              </a:ext>
            </a:extLst>
          </p:cNvPr>
          <p:cNvCxnSpPr>
            <a:cxnSpLocks/>
          </p:cNvCxnSpPr>
          <p:nvPr/>
        </p:nvCxnSpPr>
        <p:spPr>
          <a:xfrm>
            <a:off x="375523" y="2004012"/>
            <a:ext cx="10375638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08DDCF9-5353-4B5F-8565-8C27F795A4BF}"/>
              </a:ext>
            </a:extLst>
          </p:cNvPr>
          <p:cNvCxnSpPr>
            <a:cxnSpLocks/>
          </p:cNvCxnSpPr>
          <p:nvPr/>
        </p:nvCxnSpPr>
        <p:spPr>
          <a:xfrm>
            <a:off x="5563342" y="2004012"/>
            <a:ext cx="0" cy="4048693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409387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B0D1A9-BF08-4C6D-805E-244B234EE8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557784"/>
            <a:ext cx="943957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20C1D8-0907-4FDB-BFAD-36E14AF98D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41248" y="2114185"/>
            <a:ext cx="4438887" cy="693761"/>
          </a:xfrm>
        </p:spPr>
        <p:txBody>
          <a:bodyPr anchor="b">
            <a:normAutofit/>
          </a:bodyPr>
          <a:lstStyle>
            <a:lvl1pPr marL="0" indent="0" algn="l" defTabSz="914400" rtl="0" eaLnBrk="1" latinLnBrk="0" hangingPunct="1">
              <a:lnSpc>
                <a:spcPct val="13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US" sz="24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6A4441-5FC3-4F86-8ADE-ED90424DB9B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41248" y="2900451"/>
            <a:ext cx="4438887" cy="30285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3CEB34D-DB36-47E0-AE2C-FBEBA272076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795090" y="2114185"/>
            <a:ext cx="4485728" cy="693761"/>
          </a:xfrm>
        </p:spPr>
        <p:txBody>
          <a:bodyPr anchor="b">
            <a:normAutofit/>
          </a:bodyPr>
          <a:lstStyle>
            <a:lvl1pPr marL="0" indent="0" algn="l" defTabSz="914400" rtl="0" eaLnBrk="1" latinLnBrk="0" hangingPunct="1">
              <a:lnSpc>
                <a:spcPct val="13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US" sz="24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F056219-D498-410D-8F2C-03045AE4801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795090" y="2900451"/>
            <a:ext cx="4485730" cy="30285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A8DC9AD-F6B8-44D0-8169-84553C1F92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1F549-537C-41EC-B9CC-5B6A9AC2A6A7}" type="datetime1">
              <a:rPr lang="en-US" smtClean="0"/>
              <a:t>1/19/26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F9985ED-7382-4F00-845D-4F27841B5D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6A2CC25-9EC7-4706-9BD4-5E20C4B332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86042B-6341-4E38-A80C-926D3BB8AAC9}" type="slidenum">
              <a:rPr lang="en-US" smtClean="0"/>
              <a:t>‹#›</a:t>
            </a:fld>
            <a:endParaRPr lang="en-US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DBC7D26-1B30-46B8-8221-09886FA3D030}"/>
              </a:ext>
            </a:extLst>
          </p:cNvPr>
          <p:cNvCxnSpPr>
            <a:cxnSpLocks/>
          </p:cNvCxnSpPr>
          <p:nvPr/>
        </p:nvCxnSpPr>
        <p:spPr>
          <a:xfrm>
            <a:off x="375523" y="2004012"/>
            <a:ext cx="10375638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C4186A75-E140-4995-A8BB-89B5ACE678D2}"/>
              </a:ext>
            </a:extLst>
          </p:cNvPr>
          <p:cNvCxnSpPr>
            <a:cxnSpLocks/>
          </p:cNvCxnSpPr>
          <p:nvPr/>
        </p:nvCxnSpPr>
        <p:spPr>
          <a:xfrm>
            <a:off x="5563342" y="2004012"/>
            <a:ext cx="0" cy="4048693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700392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D221C2-B85F-435F-8DF3-C714A5472B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399FE38-24D5-4D5F-A92E-E4F8B23FB7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2F8D56-3D0E-48B8-8218-1F3A06A96C62}" type="datetime1">
              <a:rPr lang="en-US" smtClean="0"/>
              <a:t>1/19/26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629DF69-BE29-4038-9744-17BFC57B88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B9496F-64EC-46E7-97F0-BCB7E79F82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86042B-6341-4E38-A80C-926D3BB8AA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67178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E9F19E0-8FE3-45E8-A227-D74EEF1A63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EC309E-27D4-401F-A74A-DEA16C7B51DC}" type="datetime1">
              <a:rPr lang="en-US" smtClean="0"/>
              <a:t>1/19/26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BFB1926-56F3-40BC-A03F-62B969419E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FFE2B6-07A4-4AA0-9BCE-204E13DA44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86042B-6341-4E38-A80C-926D3BB8AA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34235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06266A-CB24-44C5-B2E8-011420844A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549283"/>
            <a:ext cx="4603963" cy="2572489"/>
          </a:xfrm>
        </p:spPr>
        <p:txBody>
          <a:bodyPr anchor="ctr">
            <a:no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39DBD1-7133-47A5-A771-2CEA185334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70796" y="549283"/>
            <a:ext cx="4455517" cy="5319704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76A729F-B24D-424E-B067-003B0601F25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41248" y="3296498"/>
            <a:ext cx="4603963" cy="2572489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1FA7323-5497-426C-9DD9-3CF69E88EC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EA2B81-2BC3-42D7-B67D-05C685AA80AD}" type="datetime1">
              <a:rPr lang="en-US" smtClean="0"/>
              <a:t>1/19/26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5FD7667-4D25-40AF-9D6D-FCB2C21E8E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650918-EDF8-47A5-BEA8-AC9A7A1536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86042B-6341-4E38-A80C-926D3BB8AA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86197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5C5D2B-FAFB-4BC9-A917-610FDCD0B8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9" y="552782"/>
            <a:ext cx="4608576" cy="2569464"/>
          </a:xfrm>
        </p:spPr>
        <p:txBody>
          <a:bodyPr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400" kern="120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226A694-5302-42BE-8A7A-6007C10F8F7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825952" y="552783"/>
            <a:ext cx="4663440" cy="5308268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8E4481C-81D6-4329-8203-70B3FCC3F8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41249" y="3300984"/>
            <a:ext cx="4608576" cy="2569464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7AD6C12-26C4-4DF7-B013-56D0849AC7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B8F2B-E487-4905-B553-FB649F2B6F23}" type="datetime1">
              <a:rPr lang="en-US" smtClean="0"/>
              <a:t>1/19/26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CE2F307-FB97-40EC-8517-E6F351B3DA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0C1B397-305A-42B7-A763-829634B939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86042B-6341-4E38-A80C-926D3BB8AA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9246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E3C3B3-C67F-4C48-A663-EF010429E7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94C4B3F-B3CB-4CF0-AEC8-1893A6A27E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46D005-2B71-4325-A646-A2278C3A2E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4B861-3779-4E37-8DF0-E9EB3EA96210}" type="datetime1">
              <a:rPr lang="en-US" smtClean="0"/>
              <a:t>1/19/26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356B01-AE16-42EF-B970-5CAF0C891C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BF9BE2-24F4-4F83-8E64-4307C9794E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86042B-6341-4E38-A80C-926D3BB8AA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87072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6601120-856A-4F01-B7C1-D87A1E5F815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7874324" y="552782"/>
            <a:ext cx="2620891" cy="529472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9D62358-C84C-4947-B826-FF738422EA5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552782"/>
            <a:ext cx="6803155" cy="529472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971139-AA1A-46DB-B793-17FB8E6E8A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E38388-E864-4553-9937-AE9FC5E50CFC}" type="datetime1">
              <a:rPr lang="en-US" smtClean="0"/>
              <a:t>1/19/26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2E06F6-0FE2-40FB-BFEE-010C22293D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BA7B1B-13A1-41BA-B924-FD11450C14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86042B-6341-4E38-A80C-926D3BB8AA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83582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B4BD48A-4D17-4225-AC4D-67B4C686C5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552782"/>
            <a:ext cx="94890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7F14A2B-77AF-4E51-B0C1-0D361EF81A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41248" y="2096199"/>
            <a:ext cx="9489000" cy="37473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39C2F5-57CA-4152-A766-8F877538FB1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41248" y="6102693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en-US" sz="1000" b="1" kern="1200" cap="all" spc="300" baseline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6EF7C3A7-D6F6-4D38-A7C3-B72967BB81A6}" type="datetime1">
              <a:rPr lang="en-US" smtClean="0"/>
              <a:t>1/19/26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225FB5-D02B-4BB9-8B8B-D1A11CFE896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9234260" y="242762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en-US" sz="1000" b="1" kern="1200" cap="all" spc="3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6244FF-6F88-4090-A77F-499DF9AAEA8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15546" y="5878515"/>
            <a:ext cx="952229" cy="4203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en-US" sz="3200" b="1" kern="1200" cap="all" spc="300" baseline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6586042B-6341-4E38-A80C-926D3BB8AAC9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194AEDE-F25F-43E6-A2C4-7FFF41074990}"/>
              </a:ext>
            </a:extLst>
          </p:cNvPr>
          <p:cNvSpPr/>
          <p:nvPr/>
        </p:nvSpPr>
        <p:spPr>
          <a:xfrm>
            <a:off x="367744" y="334928"/>
            <a:ext cx="11456511" cy="618814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4C793C08-EF4C-422B-A728-6C717C47DF6F}"/>
              </a:ext>
            </a:extLst>
          </p:cNvPr>
          <p:cNvCxnSpPr>
            <a:cxnSpLocks/>
          </p:cNvCxnSpPr>
          <p:nvPr/>
        </p:nvCxnSpPr>
        <p:spPr>
          <a:xfrm>
            <a:off x="10748698" y="334928"/>
            <a:ext cx="0" cy="6188146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FE825BC6-56A8-46DE-8037-A9A577624B0D}"/>
              </a:ext>
            </a:extLst>
          </p:cNvPr>
          <p:cNvCxnSpPr>
            <a:cxnSpLocks/>
          </p:cNvCxnSpPr>
          <p:nvPr/>
        </p:nvCxnSpPr>
        <p:spPr>
          <a:xfrm>
            <a:off x="373060" y="6047437"/>
            <a:ext cx="10375638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619502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7" r:id="rId1"/>
    <p:sldLayoutId id="2147483738" r:id="rId2"/>
    <p:sldLayoutId id="2147483739" r:id="rId3"/>
    <p:sldLayoutId id="2147483740" r:id="rId4"/>
    <p:sldLayoutId id="2147483741" r:id="rId5"/>
    <p:sldLayoutId id="2147483747" r:id="rId6"/>
    <p:sldLayoutId id="2147483742" r:id="rId7"/>
    <p:sldLayoutId id="2147483743" r:id="rId8"/>
    <p:sldLayoutId id="2147483744" r:id="rId9"/>
    <p:sldLayoutId id="2147483746" r:id="rId10"/>
    <p:sldLayoutId id="2147483745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3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3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28600" algn="l" defTabSz="914400" rtl="0" eaLnBrk="1" latinLnBrk="0" hangingPunct="1">
        <a:lnSpc>
          <a:spcPct val="13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228600" algn="l" defTabSz="914400" rtl="0" eaLnBrk="1" latinLnBrk="0" hangingPunct="1">
        <a:lnSpc>
          <a:spcPct val="13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-228600" algn="l" defTabSz="914400" rtl="0" eaLnBrk="1" latinLnBrk="0" hangingPunct="1">
        <a:lnSpc>
          <a:spcPct val="13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Background Fill">
            <a:extLst>
              <a:ext uri="{FF2B5EF4-FFF2-40B4-BE49-F238E27FC236}">
                <a16:creationId xmlns:a16="http://schemas.microsoft.com/office/drawing/2014/main" id="{68CA250C-CF5A-4736-9249-D6111F7C55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Black">
            <a:extLst>
              <a:ext uri="{FF2B5EF4-FFF2-40B4-BE49-F238E27FC236}">
                <a16:creationId xmlns:a16="http://schemas.microsoft.com/office/drawing/2014/main" id="{56610276-AEC4-4F9F-8F19-EBC8B8B8F4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4" name="Picture 3">
            <a:extLst>
              <a:ext uri="{FF2B5EF4-FFF2-40B4-BE49-F238E27FC236}">
                <a16:creationId xmlns:a16="http://schemas.microsoft.com/office/drawing/2014/main" id="{97255F6E-699E-B9CD-E3C9-24B1F28E0C0B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0000"/>
          </a:blip>
          <a:srcRect t="29670" r="-1" b="-1"/>
          <a:stretch>
            <a:fillRect/>
          </a:stretch>
        </p:blipFill>
        <p:spPr>
          <a:xfrm>
            <a:off x="20" y="10"/>
            <a:ext cx="12188932" cy="6857990"/>
          </a:xfrm>
          <a:prstGeom prst="rect">
            <a:avLst/>
          </a:prstGeom>
        </p:spPr>
      </p:pic>
      <p:sp>
        <p:nvSpPr>
          <p:cNvPr id="13" name="Main Frame">
            <a:extLst>
              <a:ext uri="{FF2B5EF4-FFF2-40B4-BE49-F238E27FC236}">
                <a16:creationId xmlns:a16="http://schemas.microsoft.com/office/drawing/2014/main" id="{F82D9B81-57D7-4F0C-AB92-6E390E4E1D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67744" y="334928"/>
            <a:ext cx="11456511" cy="6188146"/>
          </a:xfrm>
          <a:prstGeom prst="rect">
            <a:avLst/>
          </a:prstGeom>
          <a:noFill/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83868872-C7AF-136C-C6FE-B932812041E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41249" y="663959"/>
            <a:ext cx="6071154" cy="5048547"/>
          </a:xfrm>
        </p:spPr>
        <p:txBody>
          <a:bodyPr anchor="t">
            <a:normAutofit/>
          </a:bodyPr>
          <a:lstStyle/>
          <a:p>
            <a:r>
              <a:rPr lang="pl-PL">
                <a:solidFill>
                  <a:srgbClr val="FFFFFF"/>
                </a:solidFill>
              </a:rPr>
              <a:t>Flanki the Game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C8E5981C-F41B-2A92-6684-EE3A2963FCC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637499" y="663959"/>
            <a:ext cx="2659798" cy="5048553"/>
          </a:xfrm>
        </p:spPr>
        <p:txBody>
          <a:bodyPr anchor="b">
            <a:normAutofit/>
          </a:bodyPr>
          <a:lstStyle/>
          <a:p>
            <a:r>
              <a:rPr lang="pl-PL" dirty="0">
                <a:solidFill>
                  <a:srgbClr val="FFFFFF"/>
                </a:solidFill>
              </a:rPr>
              <a:t>Autorzy: Mikołaj Samek, Michał </a:t>
            </a:r>
            <a:r>
              <a:rPr lang="pl-PL" dirty="0" err="1">
                <a:solidFill>
                  <a:srgbClr val="FFFFFF"/>
                </a:solidFill>
              </a:rPr>
              <a:t>Skrzyczek</a:t>
            </a:r>
            <a:r>
              <a:rPr lang="pl-PL" dirty="0">
                <a:solidFill>
                  <a:srgbClr val="FFFFFF"/>
                </a:solidFill>
              </a:rPr>
              <a:t>, Filip Sikora, gr 4</a:t>
            </a:r>
          </a:p>
        </p:txBody>
      </p:sp>
      <p:cxnSp>
        <p:nvCxnSpPr>
          <p:cNvPr id="15" name="Main Horizontal Connector">
            <a:extLst>
              <a:ext uri="{FF2B5EF4-FFF2-40B4-BE49-F238E27FC236}">
                <a16:creationId xmlns:a16="http://schemas.microsoft.com/office/drawing/2014/main" id="{AE3D1161-F2DF-43A9-8376-3DB1403155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73060" y="6047437"/>
            <a:ext cx="10375638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71F444DC-2BF7-4689-B6E1-0F0D0E9C8D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7277100" y="335783"/>
            <a:ext cx="0" cy="5711654"/>
          </a:xfrm>
          <a:prstGeom prst="line">
            <a:avLst/>
          </a:prstGeom>
          <a:ln w="12700">
            <a:solidFill>
              <a:srgbClr val="FFFFFF"/>
            </a:solidFill>
          </a:ln>
          <a:effectLst>
            <a:outerShdw blurRad="38100" dist="127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Main Vertical Connector">
            <a:extLst>
              <a:ext uri="{FF2B5EF4-FFF2-40B4-BE49-F238E27FC236}">
                <a16:creationId xmlns:a16="http://schemas.microsoft.com/office/drawing/2014/main" id="{FF393DD8-555D-4D86-9600-299145E032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0748698" y="334928"/>
            <a:ext cx="0" cy="6188146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4503822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6301D1A0-509C-F5DE-55D1-6B23881999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Opis projektu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F4279A60-F8A1-6B8A-80A6-73779479BF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pl-PL" dirty="0"/>
              <a:t>Nasz projekt opierał się na stworzeniu gry, która jest </a:t>
            </a:r>
            <a:r>
              <a:rPr lang="pl-PL" dirty="0" err="1"/>
              <a:t>phisics-based</a:t>
            </a:r>
            <a:r>
              <a:rPr lang="pl-PL" dirty="0"/>
              <a:t>. Postawiliśmy na adaptację studenckiej gry plenerowej - Flanki. Założenie jest dość proste – podczas swojej tury rzucasz zgniecioną puszką w pustą puszkę na środku mapy i przy sukcesywnym strąceniu jej pijesz swój napój dopóki przeciwnik nie podbiegnie podnieść puszki i wróci. Wygrywa ten, kto pierwszy opróżni pasek napoju.</a:t>
            </a:r>
          </a:p>
        </p:txBody>
      </p:sp>
    </p:spTree>
    <p:extLst>
      <p:ext uri="{BB962C8B-B14F-4D97-AF65-F5344CB8AC3E}">
        <p14:creationId xmlns:p14="http://schemas.microsoft.com/office/powerpoint/2010/main" val="42173920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F194AEDE-F25F-43E6-A2C4-7FFF410749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67744" y="334928"/>
            <a:ext cx="11456511" cy="618814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C793C08-EF4C-422B-A728-6C717C47DF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0748698" y="334928"/>
            <a:ext cx="0" cy="6188146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FE825BC6-56A8-46DE-8037-A9A577624B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73060" y="6047437"/>
            <a:ext cx="10375638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9EED8031-DD67-43C6-94A0-646636C955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60154" y="4495800"/>
            <a:ext cx="10375638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7" name="Background Fill">
            <a:extLst>
              <a:ext uri="{FF2B5EF4-FFF2-40B4-BE49-F238E27FC236}">
                <a16:creationId xmlns:a16="http://schemas.microsoft.com/office/drawing/2014/main" id="{68CA250C-CF5A-4736-9249-D6111F7C55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Black">
            <a:extLst>
              <a:ext uri="{FF2B5EF4-FFF2-40B4-BE49-F238E27FC236}">
                <a16:creationId xmlns:a16="http://schemas.microsoft.com/office/drawing/2014/main" id="{56610276-AEC4-4F9F-8F19-EBC8B8B8F4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C52E043-0BCF-95C4-7321-EDB19CD842F1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0000"/>
          </a:blip>
          <a:srcRect t="6814" r="-1" b="5615"/>
          <a:stretch>
            <a:fillRect/>
          </a:stretch>
        </p:blipFill>
        <p:spPr>
          <a:xfrm>
            <a:off x="20" y="10"/>
            <a:ext cx="12188932" cy="6857990"/>
          </a:xfrm>
          <a:prstGeom prst="rect">
            <a:avLst/>
          </a:prstGeom>
        </p:spPr>
      </p:pic>
      <p:sp>
        <p:nvSpPr>
          <p:cNvPr id="21" name="Main Frame">
            <a:extLst>
              <a:ext uri="{FF2B5EF4-FFF2-40B4-BE49-F238E27FC236}">
                <a16:creationId xmlns:a16="http://schemas.microsoft.com/office/drawing/2014/main" id="{F82D9B81-57D7-4F0C-AB92-6E390E4E1D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67744" y="334928"/>
            <a:ext cx="11456511" cy="6188146"/>
          </a:xfrm>
          <a:prstGeom prst="rect">
            <a:avLst/>
          </a:prstGeom>
          <a:noFill/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A5BFC161-306F-56FC-BC5F-248FDF7455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9" y="663959"/>
            <a:ext cx="6071154" cy="5048547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5400" dirty="0" err="1">
                <a:solidFill>
                  <a:srgbClr val="FFFFFF"/>
                </a:solidFill>
              </a:rPr>
              <a:t>Fragmenty</a:t>
            </a:r>
            <a:r>
              <a:rPr lang="en-US" sz="5400" dirty="0">
                <a:solidFill>
                  <a:srgbClr val="FFFFFF"/>
                </a:solidFill>
              </a:rPr>
              <a:t> </a:t>
            </a:r>
            <a:r>
              <a:rPr lang="en-US" sz="5400" dirty="0" err="1">
                <a:solidFill>
                  <a:srgbClr val="FFFFFF"/>
                </a:solidFill>
              </a:rPr>
              <a:t>kodu</a:t>
            </a:r>
            <a:endParaRPr lang="en-US" sz="5400" dirty="0">
              <a:solidFill>
                <a:srgbClr val="FFFFFF"/>
              </a:solidFill>
            </a:endParaRPr>
          </a:p>
        </p:txBody>
      </p:sp>
      <p:cxnSp>
        <p:nvCxnSpPr>
          <p:cNvPr id="23" name="Main Horizontal Connector">
            <a:extLst>
              <a:ext uri="{FF2B5EF4-FFF2-40B4-BE49-F238E27FC236}">
                <a16:creationId xmlns:a16="http://schemas.microsoft.com/office/drawing/2014/main" id="{AE3D1161-F2DF-43A9-8376-3DB1403155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73060" y="6047437"/>
            <a:ext cx="10375638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71F444DC-2BF7-4689-B6E1-0F0D0E9C8D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7277100" y="335783"/>
            <a:ext cx="0" cy="5711654"/>
          </a:xfrm>
          <a:prstGeom prst="line">
            <a:avLst/>
          </a:prstGeom>
          <a:ln w="12700">
            <a:solidFill>
              <a:srgbClr val="FFFFFF"/>
            </a:solidFill>
          </a:ln>
          <a:effectLst>
            <a:outerShdw blurRad="38100" dist="127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Main Vertical Connector">
            <a:extLst>
              <a:ext uri="{FF2B5EF4-FFF2-40B4-BE49-F238E27FC236}">
                <a16:creationId xmlns:a16="http://schemas.microsoft.com/office/drawing/2014/main" id="{FF393DD8-555D-4D86-9600-299145E032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0748698" y="334928"/>
            <a:ext cx="0" cy="6188146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2705740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F194AEDE-F25F-43E6-A2C4-7FFF410749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67744" y="334928"/>
            <a:ext cx="11456511" cy="618814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C793C08-EF4C-422B-A728-6C717C47DF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0748698" y="334928"/>
            <a:ext cx="0" cy="6188146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FE825BC6-56A8-46DE-8037-A9A577624B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73060" y="6047437"/>
            <a:ext cx="10375638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9EED8031-DD67-43C6-94A0-646636C955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60154" y="4495800"/>
            <a:ext cx="10375638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7" name="Background Fill">
            <a:extLst>
              <a:ext uri="{FF2B5EF4-FFF2-40B4-BE49-F238E27FC236}">
                <a16:creationId xmlns:a16="http://schemas.microsoft.com/office/drawing/2014/main" id="{6DA65B90-7B06-4499-91BA-CDDD361324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DA3D168B-EF85-8AAB-67B3-C88B25C406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9" y="669856"/>
            <a:ext cx="5981860" cy="1040655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Fizyka odbić</a:t>
            </a:r>
          </a:p>
        </p:txBody>
      </p:sp>
      <p:pic>
        <p:nvPicPr>
          <p:cNvPr id="4" name="Symbol zastępczy zawartości 3">
            <a:extLst>
              <a:ext uri="{FF2B5EF4-FFF2-40B4-BE49-F238E27FC236}">
                <a16:creationId xmlns:a16="http://schemas.microsoft.com/office/drawing/2014/main" id="{F037F35D-1A0B-E565-0F30-5C3E7F6F367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r="1" b="2883"/>
          <a:stretch>
            <a:fillRect/>
          </a:stretch>
        </p:blipFill>
        <p:spPr>
          <a:xfrm>
            <a:off x="367744" y="1886565"/>
            <a:ext cx="10386270" cy="4160870"/>
          </a:xfrm>
          <a:prstGeom prst="rect">
            <a:avLst/>
          </a:prstGeom>
        </p:spPr>
      </p:pic>
      <p:sp>
        <p:nvSpPr>
          <p:cNvPr id="19" name="Main Frame">
            <a:extLst>
              <a:ext uri="{FF2B5EF4-FFF2-40B4-BE49-F238E27FC236}">
                <a16:creationId xmlns:a16="http://schemas.microsoft.com/office/drawing/2014/main" id="{9502469D-C562-48E3-ABA2-3CFA55C526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67744" y="334928"/>
            <a:ext cx="11456511" cy="618814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1" name="Main Horizontal Connector">
            <a:extLst>
              <a:ext uri="{FF2B5EF4-FFF2-40B4-BE49-F238E27FC236}">
                <a16:creationId xmlns:a16="http://schemas.microsoft.com/office/drawing/2014/main" id="{4D594499-F983-4364-8ABC-5BCDC2E906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73060" y="6047437"/>
            <a:ext cx="10375638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Main Vertical Connector">
            <a:extLst>
              <a:ext uri="{FF2B5EF4-FFF2-40B4-BE49-F238E27FC236}">
                <a16:creationId xmlns:a16="http://schemas.microsoft.com/office/drawing/2014/main" id="{6D4C177C-581F-4CC8-A686-0B6D25DC6A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0748698" y="334928"/>
            <a:ext cx="0" cy="6188146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BBDB03F3-936C-4FC9-8A4E-9ADA66A980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67744" y="1886564"/>
            <a:ext cx="10380954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22FCAA1B-E660-4FFE-8F82-F41F369BDB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274510" y="334926"/>
            <a:ext cx="0" cy="1551637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161551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ectangle 9">
            <a:extLst>
              <a:ext uri="{FF2B5EF4-FFF2-40B4-BE49-F238E27FC236}">
                <a16:creationId xmlns:a16="http://schemas.microsoft.com/office/drawing/2014/main" id="{F194AEDE-F25F-43E6-A2C4-7FFF410749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67744" y="334928"/>
            <a:ext cx="11456511" cy="618814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C793C08-EF4C-422B-A728-6C717C47DF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0748698" y="334928"/>
            <a:ext cx="0" cy="6188146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FE825BC6-56A8-46DE-8037-A9A577624B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73060" y="6047437"/>
            <a:ext cx="10375638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9EED8031-DD67-43C6-94A0-646636C955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60154" y="4495800"/>
            <a:ext cx="10375638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8" name="Background Fill">
            <a:extLst>
              <a:ext uri="{FF2B5EF4-FFF2-40B4-BE49-F238E27FC236}">
                <a16:creationId xmlns:a16="http://schemas.microsoft.com/office/drawing/2014/main" id="{6DA65B90-7B06-4499-91BA-CDDD361324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Main Frame">
            <a:extLst>
              <a:ext uri="{FF2B5EF4-FFF2-40B4-BE49-F238E27FC236}">
                <a16:creationId xmlns:a16="http://schemas.microsoft.com/office/drawing/2014/main" id="{9502469D-C562-48E3-ABA2-3CFA55C526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67744" y="334928"/>
            <a:ext cx="11456511" cy="618814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7441C969-9745-3F5D-3691-2ED5CD360E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9" y="669856"/>
            <a:ext cx="5981860" cy="1040655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700"/>
              <a:t>Logika wyboru w menu</a:t>
            </a:r>
          </a:p>
        </p:txBody>
      </p:sp>
      <p:cxnSp>
        <p:nvCxnSpPr>
          <p:cNvPr id="22" name="Main Horizontal Connector">
            <a:extLst>
              <a:ext uri="{FF2B5EF4-FFF2-40B4-BE49-F238E27FC236}">
                <a16:creationId xmlns:a16="http://schemas.microsoft.com/office/drawing/2014/main" id="{4D594499-F983-4364-8ABC-5BCDC2E906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73060" y="6047437"/>
            <a:ext cx="10375638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Main Vertical Connector">
            <a:extLst>
              <a:ext uri="{FF2B5EF4-FFF2-40B4-BE49-F238E27FC236}">
                <a16:creationId xmlns:a16="http://schemas.microsoft.com/office/drawing/2014/main" id="{6D4C177C-581F-4CC8-A686-0B6D25DC6A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0748698" y="334928"/>
            <a:ext cx="0" cy="6188146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25">
            <a:extLst>
              <a:ext uri="{FF2B5EF4-FFF2-40B4-BE49-F238E27FC236}">
                <a16:creationId xmlns:a16="http://schemas.microsoft.com/office/drawing/2014/main" id="{BBDB03F3-936C-4FC9-8A4E-9ADA66A980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67744" y="1886564"/>
            <a:ext cx="10380954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Symbol zastępczy zawartości 3">
            <a:extLst>
              <a:ext uri="{FF2B5EF4-FFF2-40B4-BE49-F238E27FC236}">
                <a16:creationId xmlns:a16="http://schemas.microsoft.com/office/drawing/2014/main" id="{A25CF4BD-E451-A423-4693-1EE73F61CE0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36769" y="1886561"/>
            <a:ext cx="5050648" cy="4166785"/>
          </a:xfrm>
          <a:prstGeom prst="rect">
            <a:avLst/>
          </a:prstGeom>
        </p:spPr>
      </p:pic>
      <p:cxnSp>
        <p:nvCxnSpPr>
          <p:cNvPr id="38" name="Straight Connector 27">
            <a:extLst>
              <a:ext uri="{FF2B5EF4-FFF2-40B4-BE49-F238E27FC236}">
                <a16:creationId xmlns:a16="http://schemas.microsoft.com/office/drawing/2014/main" id="{22FCAA1B-E660-4FFE-8F82-F41F369BDB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274510" y="334926"/>
            <a:ext cx="0" cy="5712511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Obraz 4">
            <a:extLst>
              <a:ext uri="{FF2B5EF4-FFF2-40B4-BE49-F238E27FC236}">
                <a16:creationId xmlns:a16="http://schemas.microsoft.com/office/drawing/2014/main" id="{1BD79BBC-7196-DF23-EA73-9F69542380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70200" y="1886563"/>
            <a:ext cx="3113799" cy="41656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07916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F194AEDE-F25F-43E6-A2C4-7FFF410749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67744" y="334928"/>
            <a:ext cx="11456511" cy="618814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3" name="Straight Connector 11">
            <a:extLst>
              <a:ext uri="{FF2B5EF4-FFF2-40B4-BE49-F238E27FC236}">
                <a16:creationId xmlns:a16="http://schemas.microsoft.com/office/drawing/2014/main" id="{4C793C08-EF4C-422B-A728-6C717C47DF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0748698" y="334928"/>
            <a:ext cx="0" cy="6188146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13">
            <a:extLst>
              <a:ext uri="{FF2B5EF4-FFF2-40B4-BE49-F238E27FC236}">
                <a16:creationId xmlns:a16="http://schemas.microsoft.com/office/drawing/2014/main" id="{FE825BC6-56A8-46DE-8037-A9A577624B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73060" y="6047437"/>
            <a:ext cx="10375638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15">
            <a:extLst>
              <a:ext uri="{FF2B5EF4-FFF2-40B4-BE49-F238E27FC236}">
                <a16:creationId xmlns:a16="http://schemas.microsoft.com/office/drawing/2014/main" id="{9EED8031-DD67-43C6-94A0-646636C955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60154" y="4495800"/>
            <a:ext cx="10375638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29" name="Background Fill">
            <a:extLst>
              <a:ext uri="{FF2B5EF4-FFF2-40B4-BE49-F238E27FC236}">
                <a16:creationId xmlns:a16="http://schemas.microsoft.com/office/drawing/2014/main" id="{6DA65B90-7B06-4499-91BA-CDDD361324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Main Frame">
            <a:extLst>
              <a:ext uri="{FF2B5EF4-FFF2-40B4-BE49-F238E27FC236}">
                <a16:creationId xmlns:a16="http://schemas.microsoft.com/office/drawing/2014/main" id="{9502469D-C562-48E3-ABA2-3CFA55C526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67744" y="334928"/>
            <a:ext cx="11456511" cy="618814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1273690E-FCBE-503E-5775-B8B026CF1F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9" y="663961"/>
            <a:ext cx="6136702" cy="202472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5400" dirty="0" err="1"/>
              <a:t>Tworzenie</a:t>
            </a:r>
            <a:r>
              <a:rPr lang="en-US" sz="5400" dirty="0"/>
              <a:t> </a:t>
            </a:r>
            <a:r>
              <a:rPr lang="en-US" sz="5400" dirty="0" err="1"/>
              <a:t>poziomu</a:t>
            </a:r>
            <a:endParaRPr lang="en-US" sz="5400" dirty="0"/>
          </a:p>
        </p:txBody>
      </p:sp>
      <p:cxnSp>
        <p:nvCxnSpPr>
          <p:cNvPr id="22" name="Main Horizontal Connector">
            <a:extLst>
              <a:ext uri="{FF2B5EF4-FFF2-40B4-BE49-F238E27FC236}">
                <a16:creationId xmlns:a16="http://schemas.microsoft.com/office/drawing/2014/main" id="{4D594499-F983-4364-8ABC-5BCDC2E906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73060" y="6047437"/>
            <a:ext cx="10375638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78AF4C33-97E9-4EAA-A090-D319815D43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280698" y="334928"/>
            <a:ext cx="0" cy="5712509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Main Vertical Connector">
            <a:extLst>
              <a:ext uri="{FF2B5EF4-FFF2-40B4-BE49-F238E27FC236}">
                <a16:creationId xmlns:a16="http://schemas.microsoft.com/office/drawing/2014/main" id="{6D4C177C-581F-4CC8-A686-0B6D25DC6A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0748698" y="334928"/>
            <a:ext cx="0" cy="6188146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0FE5A4E2-2F13-434C-8831-A64929EBE4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67744" y="2953365"/>
            <a:ext cx="10380954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Symbol zastępczy zawartości 3">
            <a:extLst>
              <a:ext uri="{FF2B5EF4-FFF2-40B4-BE49-F238E27FC236}">
                <a16:creationId xmlns:a16="http://schemas.microsoft.com/office/drawing/2014/main" id="{21139EA4-94CB-D7AC-62B0-F7A44506DC0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24510" y="2943340"/>
            <a:ext cx="4853441" cy="3094068"/>
          </a:xfrm>
          <a:prstGeom prst="rect">
            <a:avLst/>
          </a:prstGeom>
        </p:spPr>
      </p:pic>
      <p:pic>
        <p:nvPicPr>
          <p:cNvPr id="5" name="Obraz 4">
            <a:extLst>
              <a:ext uri="{FF2B5EF4-FFF2-40B4-BE49-F238E27FC236}">
                <a16:creationId xmlns:a16="http://schemas.microsoft.com/office/drawing/2014/main" id="{B86EC700-1AF4-842F-02A4-7D194BE0EA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1867" y="2963394"/>
            <a:ext cx="3806831" cy="30740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79713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F194AEDE-F25F-43E6-A2C4-7FFF410749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67744" y="334928"/>
            <a:ext cx="11456511" cy="618814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C793C08-EF4C-422B-A728-6C717C47DF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0748698" y="334928"/>
            <a:ext cx="0" cy="6188146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FE825BC6-56A8-46DE-8037-A9A577624B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73060" y="6047437"/>
            <a:ext cx="10375638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9EED8031-DD67-43C6-94A0-646636C955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60154" y="4495800"/>
            <a:ext cx="10375638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7" name="Background Fill">
            <a:extLst>
              <a:ext uri="{FF2B5EF4-FFF2-40B4-BE49-F238E27FC236}">
                <a16:creationId xmlns:a16="http://schemas.microsoft.com/office/drawing/2014/main" id="{6DA65B90-7B06-4499-91BA-CDDD361324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18094A58-4B19-2FA7-9CA9-EDF89C42A7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9" y="669856"/>
            <a:ext cx="5981860" cy="1040655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400"/>
              <a:t>Przypisanie klawiszy podczas gry</a:t>
            </a:r>
          </a:p>
        </p:txBody>
      </p:sp>
      <p:pic>
        <p:nvPicPr>
          <p:cNvPr id="4" name="Symbol zastępczy zawartości 3">
            <a:extLst>
              <a:ext uri="{FF2B5EF4-FFF2-40B4-BE49-F238E27FC236}">
                <a16:creationId xmlns:a16="http://schemas.microsoft.com/office/drawing/2014/main" id="{19E8A67D-76C5-B217-C5B1-A66F1F4B067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r="1" b="14764"/>
          <a:stretch>
            <a:fillRect/>
          </a:stretch>
        </p:blipFill>
        <p:spPr>
          <a:xfrm>
            <a:off x="367744" y="1886565"/>
            <a:ext cx="10386270" cy="4160870"/>
          </a:xfrm>
          <a:prstGeom prst="rect">
            <a:avLst/>
          </a:prstGeom>
        </p:spPr>
      </p:pic>
      <p:sp>
        <p:nvSpPr>
          <p:cNvPr id="19" name="Main Frame">
            <a:extLst>
              <a:ext uri="{FF2B5EF4-FFF2-40B4-BE49-F238E27FC236}">
                <a16:creationId xmlns:a16="http://schemas.microsoft.com/office/drawing/2014/main" id="{9502469D-C562-48E3-ABA2-3CFA55C526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67744" y="334928"/>
            <a:ext cx="11456511" cy="618814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1" name="Main Horizontal Connector">
            <a:extLst>
              <a:ext uri="{FF2B5EF4-FFF2-40B4-BE49-F238E27FC236}">
                <a16:creationId xmlns:a16="http://schemas.microsoft.com/office/drawing/2014/main" id="{4D594499-F983-4364-8ABC-5BCDC2E906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73060" y="6047437"/>
            <a:ext cx="10375638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Main Vertical Connector">
            <a:extLst>
              <a:ext uri="{FF2B5EF4-FFF2-40B4-BE49-F238E27FC236}">
                <a16:creationId xmlns:a16="http://schemas.microsoft.com/office/drawing/2014/main" id="{6D4C177C-581F-4CC8-A686-0B6D25DC6A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0748698" y="334928"/>
            <a:ext cx="0" cy="6188146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BBDB03F3-936C-4FC9-8A4E-9ADA66A980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67744" y="1886564"/>
            <a:ext cx="10380954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22FCAA1B-E660-4FFE-8F82-F41F369BDB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274510" y="334926"/>
            <a:ext cx="0" cy="1551637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831058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ctangle 9">
            <a:extLst>
              <a:ext uri="{FF2B5EF4-FFF2-40B4-BE49-F238E27FC236}">
                <a16:creationId xmlns:a16="http://schemas.microsoft.com/office/drawing/2014/main" id="{F194AEDE-F25F-43E6-A2C4-7FFF410749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67744" y="334928"/>
            <a:ext cx="11456511" cy="618814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1" name="Straight Connector 11">
            <a:extLst>
              <a:ext uri="{FF2B5EF4-FFF2-40B4-BE49-F238E27FC236}">
                <a16:creationId xmlns:a16="http://schemas.microsoft.com/office/drawing/2014/main" id="{4C793C08-EF4C-422B-A728-6C717C47DF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0748698" y="334928"/>
            <a:ext cx="0" cy="6188146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13">
            <a:extLst>
              <a:ext uri="{FF2B5EF4-FFF2-40B4-BE49-F238E27FC236}">
                <a16:creationId xmlns:a16="http://schemas.microsoft.com/office/drawing/2014/main" id="{FE825BC6-56A8-46DE-8037-A9A577624B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73060" y="6047437"/>
            <a:ext cx="10375638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15">
            <a:extLst>
              <a:ext uri="{FF2B5EF4-FFF2-40B4-BE49-F238E27FC236}">
                <a16:creationId xmlns:a16="http://schemas.microsoft.com/office/drawing/2014/main" id="{9EED8031-DD67-43C6-94A0-646636C955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60154" y="4495800"/>
            <a:ext cx="10375638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34" name="Background Fill">
            <a:extLst>
              <a:ext uri="{FF2B5EF4-FFF2-40B4-BE49-F238E27FC236}">
                <a16:creationId xmlns:a16="http://schemas.microsoft.com/office/drawing/2014/main" id="{6DA65B90-7B06-4499-91BA-CDDD361324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Main Frame">
            <a:extLst>
              <a:ext uri="{FF2B5EF4-FFF2-40B4-BE49-F238E27FC236}">
                <a16:creationId xmlns:a16="http://schemas.microsoft.com/office/drawing/2014/main" id="{9502469D-C562-48E3-ABA2-3CFA55C526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67744" y="334928"/>
            <a:ext cx="11456511" cy="618814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EEF40867-BD6D-D60F-EB31-A108AF7A89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9" y="663961"/>
            <a:ext cx="6136702" cy="202472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5400"/>
              <a:t>Trafianie w puszke</a:t>
            </a:r>
          </a:p>
        </p:txBody>
      </p:sp>
      <p:cxnSp>
        <p:nvCxnSpPr>
          <p:cNvPr id="36" name="Main Horizontal Connector">
            <a:extLst>
              <a:ext uri="{FF2B5EF4-FFF2-40B4-BE49-F238E27FC236}">
                <a16:creationId xmlns:a16="http://schemas.microsoft.com/office/drawing/2014/main" id="{4D594499-F983-4364-8ABC-5BCDC2E906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73060" y="6047437"/>
            <a:ext cx="10375638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23">
            <a:extLst>
              <a:ext uri="{FF2B5EF4-FFF2-40B4-BE49-F238E27FC236}">
                <a16:creationId xmlns:a16="http://schemas.microsoft.com/office/drawing/2014/main" id="{78AF4C33-97E9-4EAA-A090-D319815D43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280698" y="334928"/>
            <a:ext cx="0" cy="5712509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Main Vertical Connector">
            <a:extLst>
              <a:ext uri="{FF2B5EF4-FFF2-40B4-BE49-F238E27FC236}">
                <a16:creationId xmlns:a16="http://schemas.microsoft.com/office/drawing/2014/main" id="{6D4C177C-581F-4CC8-A686-0B6D25DC6A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0748698" y="334928"/>
            <a:ext cx="0" cy="6188146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27">
            <a:extLst>
              <a:ext uri="{FF2B5EF4-FFF2-40B4-BE49-F238E27FC236}">
                <a16:creationId xmlns:a16="http://schemas.microsoft.com/office/drawing/2014/main" id="{0FE5A4E2-2F13-434C-8831-A64929EBE4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67744" y="2953365"/>
            <a:ext cx="10380954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Symbol zastępczy zawartości 3">
            <a:extLst>
              <a:ext uri="{FF2B5EF4-FFF2-40B4-BE49-F238E27FC236}">
                <a16:creationId xmlns:a16="http://schemas.microsoft.com/office/drawing/2014/main" id="{962E6833-713A-6A9F-B49C-A750CD01760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44305" y="2944164"/>
            <a:ext cx="6236393" cy="1808553"/>
          </a:xfrm>
          <a:prstGeom prst="rect">
            <a:avLst/>
          </a:prstGeom>
        </p:spPr>
      </p:pic>
      <p:pic>
        <p:nvPicPr>
          <p:cNvPr id="5" name="Obraz 4">
            <a:extLst>
              <a:ext uri="{FF2B5EF4-FFF2-40B4-BE49-F238E27FC236}">
                <a16:creationId xmlns:a16="http://schemas.microsoft.com/office/drawing/2014/main" id="{BC0007DA-1B88-5171-1088-D1BC2358BD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82926" y="2944164"/>
            <a:ext cx="3391551" cy="15516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74547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9336A3E1-3A3C-D3CF-980B-E7BBB92C58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 err="1"/>
              <a:t>Podzial</a:t>
            </a:r>
            <a:r>
              <a:rPr lang="pl-PL" dirty="0"/>
              <a:t> </a:t>
            </a:r>
            <a:r>
              <a:rPr lang="pl-PL" dirty="0" err="1"/>
              <a:t>obowiazków</a:t>
            </a:r>
            <a:endParaRPr lang="pl-PL" dirty="0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5ED9D20E-7638-8AAE-95B7-FF4968AFB2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l-PL" dirty="0"/>
              <a:t>Mikołaj – Interfejs</a:t>
            </a:r>
          </a:p>
          <a:p>
            <a:r>
              <a:rPr lang="pl-PL" dirty="0"/>
              <a:t>Michał – Przebieg gry</a:t>
            </a:r>
          </a:p>
          <a:p>
            <a:r>
              <a:rPr lang="pl-PL" dirty="0"/>
              <a:t>Filip – Fizyka </a:t>
            </a:r>
          </a:p>
        </p:txBody>
      </p:sp>
    </p:spTree>
    <p:extLst>
      <p:ext uri="{BB962C8B-B14F-4D97-AF65-F5344CB8AC3E}">
        <p14:creationId xmlns:p14="http://schemas.microsoft.com/office/powerpoint/2010/main" val="14152694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1" name="Rectangle 1030">
            <a:extLst>
              <a:ext uri="{FF2B5EF4-FFF2-40B4-BE49-F238E27FC236}">
                <a16:creationId xmlns:a16="http://schemas.microsoft.com/office/drawing/2014/main" id="{F194AEDE-F25F-43E6-A2C4-7FFF410749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67744" y="334928"/>
            <a:ext cx="11456511" cy="618814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33" name="Straight Connector 1032">
            <a:extLst>
              <a:ext uri="{FF2B5EF4-FFF2-40B4-BE49-F238E27FC236}">
                <a16:creationId xmlns:a16="http://schemas.microsoft.com/office/drawing/2014/main" id="{4C793C08-EF4C-422B-A728-6C717C47DF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0748698" y="334928"/>
            <a:ext cx="0" cy="6188146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5" name="Straight Connector 1034">
            <a:extLst>
              <a:ext uri="{FF2B5EF4-FFF2-40B4-BE49-F238E27FC236}">
                <a16:creationId xmlns:a16="http://schemas.microsoft.com/office/drawing/2014/main" id="{FE825BC6-56A8-46DE-8037-A9A577624B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73060" y="6047437"/>
            <a:ext cx="10375638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7" name="Straight Connector 1036">
            <a:extLst>
              <a:ext uri="{FF2B5EF4-FFF2-40B4-BE49-F238E27FC236}">
                <a16:creationId xmlns:a16="http://schemas.microsoft.com/office/drawing/2014/main" id="{9EED8031-DD67-43C6-94A0-646636C955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60154" y="4495800"/>
            <a:ext cx="10375638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039" name="Background Fill">
            <a:extLst>
              <a:ext uri="{FF2B5EF4-FFF2-40B4-BE49-F238E27FC236}">
                <a16:creationId xmlns:a16="http://schemas.microsoft.com/office/drawing/2014/main" id="{6DA65B90-7B06-4499-91BA-CDDD361324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6D9E5101-83D3-785C-4328-ED24255341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02502" y="663960"/>
            <a:ext cx="4481500" cy="3509902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400"/>
              <a:t>Dziekujemy za uwage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5B33F233-9038-5F27-7C07-40EE37EE39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07733" y="4843713"/>
            <a:ext cx="4475229" cy="103478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</a:pPr>
            <a:r>
              <a:rPr lang="en-US"/>
              <a:t>~team Flanki</a:t>
            </a:r>
          </a:p>
        </p:txBody>
      </p:sp>
      <p:pic>
        <p:nvPicPr>
          <p:cNvPr id="1026" name="Picture 2" descr="PIWO TYSKIE GRONIE 0.5L PUSZKA - Supermarket STOP | Wadowice">
            <a:extLst>
              <a:ext uri="{FF2B5EF4-FFF2-40B4-BE49-F238E27FC236}">
                <a16:creationId xmlns:a16="http://schemas.microsoft.com/office/drawing/2014/main" id="{B5DD9473-6DF3-A476-ACB2-14D23AD68F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67744" y="1007617"/>
            <a:ext cx="4842768" cy="48427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41" name="Main Frame">
            <a:extLst>
              <a:ext uri="{FF2B5EF4-FFF2-40B4-BE49-F238E27FC236}">
                <a16:creationId xmlns:a16="http://schemas.microsoft.com/office/drawing/2014/main" id="{9502469D-C562-48E3-ABA2-3CFA55C526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60546" y="334928"/>
            <a:ext cx="6263710" cy="618814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43" name="Main Vertical Connector">
            <a:extLst>
              <a:ext uri="{FF2B5EF4-FFF2-40B4-BE49-F238E27FC236}">
                <a16:creationId xmlns:a16="http://schemas.microsoft.com/office/drawing/2014/main" id="{6D4C177C-581F-4CC8-A686-0B6D25DC6A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0748698" y="334928"/>
            <a:ext cx="0" cy="6188146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5" name="Straight Connector 1044">
            <a:extLst>
              <a:ext uri="{FF2B5EF4-FFF2-40B4-BE49-F238E27FC236}">
                <a16:creationId xmlns:a16="http://schemas.microsoft.com/office/drawing/2014/main" id="{FFCB2E8B-F8CC-4CF1-9D6C-B01F64C8DD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562600" y="4508787"/>
            <a:ext cx="5186098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7" name="Main Horizontal Connector">
            <a:extLst>
              <a:ext uri="{FF2B5EF4-FFF2-40B4-BE49-F238E27FC236}">
                <a16:creationId xmlns:a16="http://schemas.microsoft.com/office/drawing/2014/main" id="{05B8EA5E-9C54-40D2-A319-5533E7D50E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560546" y="6047437"/>
            <a:ext cx="5188152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05535550"/>
      </p:ext>
    </p:extLst>
  </p:cSld>
  <p:clrMapOvr>
    <a:masterClrMapping/>
  </p:clrMapOvr>
</p:sld>
</file>

<file path=ppt/theme/theme1.xml><?xml version="1.0" encoding="utf-8"?>
<a:theme xmlns:a="http://schemas.openxmlformats.org/drawingml/2006/main" name="MimeoVTI">
  <a:themeElements>
    <a:clrScheme name="Mimeo">
      <a:dk1>
        <a:sysClr val="windowText" lastClr="000000"/>
      </a:dk1>
      <a:lt1>
        <a:sysClr val="window" lastClr="FFFFFF"/>
      </a:lt1>
      <a:dk2>
        <a:srgbClr val="011E31"/>
      </a:dk2>
      <a:lt2>
        <a:srgbClr val="FDF3E6"/>
      </a:lt2>
      <a:accent1>
        <a:srgbClr val="005E9E"/>
      </a:accent1>
      <a:accent2>
        <a:srgbClr val="38998D"/>
      </a:accent2>
      <a:accent3>
        <a:srgbClr val="EF8683"/>
      </a:accent3>
      <a:accent4>
        <a:srgbClr val="F04E28"/>
      </a:accent4>
      <a:accent5>
        <a:srgbClr val="DD992C"/>
      </a:accent5>
      <a:accent6>
        <a:srgbClr val="136E65"/>
      </a:accent6>
      <a:hlink>
        <a:srgbClr val="38998D"/>
      </a:hlink>
      <a:folHlink>
        <a:srgbClr val="F04E28"/>
      </a:folHlink>
    </a:clrScheme>
    <a:fontScheme name="Custom 3">
      <a:majorFont>
        <a:latin typeface="Elephant"/>
        <a:ea typeface=""/>
        <a:cs typeface=""/>
      </a:majorFont>
      <a:minorFont>
        <a:latin typeface="Univers Condensed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imeoVTI" id="{63E3BFD8-7F9C-46D1-A4F3-04054403C108}" vid="{C505C190-EE38-45FD-8294-6454536D04B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56</TotalTime>
  <Words>117</Words>
  <Application>Microsoft Macintosh PowerPoint</Application>
  <PresentationFormat>Panoramiczny</PresentationFormat>
  <Paragraphs>16</Paragraphs>
  <Slides>10</Slides>
  <Notes>0</Notes>
  <HiddenSlides>0</HiddenSlides>
  <MMClips>0</MMClips>
  <ScaleCrop>false</ScaleCrop>
  <HeadingPairs>
    <vt:vector size="6" baseType="variant">
      <vt:variant>
        <vt:lpstr>Używane czcionki</vt:lpstr>
      </vt:variant>
      <vt:variant>
        <vt:i4>3</vt:i4>
      </vt:variant>
      <vt:variant>
        <vt:lpstr>Motyw</vt:lpstr>
      </vt:variant>
      <vt:variant>
        <vt:i4>1</vt:i4>
      </vt:variant>
      <vt:variant>
        <vt:lpstr>Tytuły slajdów</vt:lpstr>
      </vt:variant>
      <vt:variant>
        <vt:i4>10</vt:i4>
      </vt:variant>
    </vt:vector>
  </HeadingPairs>
  <TitlesOfParts>
    <vt:vector size="14" baseType="lpstr">
      <vt:lpstr>Arial</vt:lpstr>
      <vt:lpstr>Elephant</vt:lpstr>
      <vt:lpstr>Univers Condensed</vt:lpstr>
      <vt:lpstr>MimeoVTI</vt:lpstr>
      <vt:lpstr>Flanki the Game</vt:lpstr>
      <vt:lpstr>Opis projektu</vt:lpstr>
      <vt:lpstr>Fragmenty kodu</vt:lpstr>
      <vt:lpstr>Fizyka odbić</vt:lpstr>
      <vt:lpstr>Logika wyboru w menu</vt:lpstr>
      <vt:lpstr>Tworzenie poziomu</vt:lpstr>
      <vt:lpstr>Przypisanie klawiszy podczas gry</vt:lpstr>
      <vt:lpstr>Trafianie w puszke</vt:lpstr>
      <vt:lpstr>Podzial obowiazków</vt:lpstr>
      <vt:lpstr>Dziekujemy za uwage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Mikołaj Samek</dc:creator>
  <cp:lastModifiedBy>Mikołaj Samek</cp:lastModifiedBy>
  <cp:revision>1</cp:revision>
  <dcterms:created xsi:type="dcterms:W3CDTF">2026-01-19T06:54:20Z</dcterms:created>
  <dcterms:modified xsi:type="dcterms:W3CDTF">2026-01-19T07:51:07Z</dcterms:modified>
</cp:coreProperties>
</file>