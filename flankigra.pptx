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9"/>
  </p:normalViewPr>
  <p:slideViewPr>
    <p:cSldViewPr snapToGrid="0">
      <p:cViewPr varScale="1">
        <p:scale>
          <a:sx n="71" d="100"/>
          <a:sy n="71" d="100"/>
        </p:scale>
        <p:origin x="82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8E770-44AE-47D5-B4B1-71BEC9A9D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663960"/>
            <a:ext cx="9456049" cy="3594112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A91C7-81A9-46F3-B0F4-D9AB88085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667581"/>
            <a:ext cx="9456049" cy="1197387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648C8-9681-4994-B52A-1A8BC79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1248" y="6102693"/>
            <a:ext cx="2743200" cy="365125"/>
          </a:xfrm>
        </p:spPr>
        <p:txBody>
          <a:bodyPr/>
          <a:lstStyle/>
          <a:p>
            <a:fld id="{AE3425CA-4B9D-4420-BB9E-C250DB30E421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7F203-CB10-488B-82DC-9D0571A5E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B2E9B-C8B7-4716-9D05-265A04246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EED8031-DD67-43C6-94A0-646636C95560}"/>
              </a:ext>
            </a:extLst>
          </p:cNvPr>
          <p:cNvCxnSpPr>
            <a:cxnSpLocks/>
          </p:cNvCxnSpPr>
          <p:nvPr/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10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42B9A-9384-46B2-8B4F-B9C2035CA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13CF4-CD0B-4F3C-A1CE-1BA3EFDEE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DE659-17B0-4F70-8F1C-93BF4DB64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51E1E-C50D-4FD4-8B1E-ECD78340D9AB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B0750-AB4E-4FCF-9B52-BC954760B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466B99-C716-4464-B695-623F4C5A9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758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2233A-AD59-4FB1-A1CA-AABFAE040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552782"/>
            <a:ext cx="9538428" cy="371441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56964-650B-4E87-9541-0E659DEC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9" y="4672584"/>
            <a:ext cx="9538428" cy="1143802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1BB50-DF4A-47B5-A3AD-18712A3AD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83AFB-9E54-459E-8C6D-0913AC3BA5D7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F59B3-D1B8-4A51-AD6E-868C5BF6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CA779-6272-4A15-A566-20C4E9A60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0B86E8F-91EA-4626-BCA8-3B4973C7C9D6}"/>
              </a:ext>
            </a:extLst>
          </p:cNvPr>
          <p:cNvCxnSpPr>
            <a:cxnSpLocks/>
          </p:cNvCxnSpPr>
          <p:nvPr/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984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52A00-5BBD-436C-BB6D-CE650FC46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52783"/>
            <a:ext cx="9683871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B3E2E-F3C4-4CDD-9138-86AE7A1B56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2108362"/>
            <a:ext cx="4507926" cy="37216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95CD01-B639-46B6-B53D-18FE1E39AF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99171" y="2108362"/>
            <a:ext cx="4825948" cy="37216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6E34C3-86AC-48F9-92A4-F17BFAF9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144B6-0CA7-46BA-A00B-1E68E5C3ED0C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D6A29-C51F-4654-82AD-04056FA6C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1EEB6-57E6-40E7-9702-1D5999B5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29C81A-4806-44FF-99D8-13A65B2D066F}"/>
              </a:ext>
            </a:extLst>
          </p:cNvPr>
          <p:cNvCxnSpPr>
            <a:cxnSpLocks/>
          </p:cNvCxnSpPr>
          <p:nvPr/>
        </p:nvCxnSpPr>
        <p:spPr>
          <a:xfrm>
            <a:off x="375523" y="2004012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8DDCF9-5353-4B5F-8565-8C27F795A4BF}"/>
              </a:ext>
            </a:extLst>
          </p:cNvPr>
          <p:cNvCxnSpPr>
            <a:cxnSpLocks/>
          </p:cNvCxnSpPr>
          <p:nvPr/>
        </p:nvCxnSpPr>
        <p:spPr>
          <a:xfrm>
            <a:off x="5563342" y="2004012"/>
            <a:ext cx="0" cy="40486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93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0D1A9-BF08-4C6D-805E-244B234E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57784"/>
            <a:ext cx="943957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20C1D8-0907-4FDB-BFAD-36E14AF98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2114185"/>
            <a:ext cx="4438887" cy="693761"/>
          </a:xfrm>
        </p:spPr>
        <p:txBody>
          <a:bodyPr anchor="b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A4441-5FC3-4F86-8ADE-ED90424DB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1248" y="2900451"/>
            <a:ext cx="4438887" cy="3028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CEB34D-DB36-47E0-AE2C-FBEBA27207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95090" y="2114185"/>
            <a:ext cx="4485728" cy="693761"/>
          </a:xfrm>
        </p:spPr>
        <p:txBody>
          <a:bodyPr anchor="b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056219-D498-410D-8F2C-03045AE480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95090" y="2900451"/>
            <a:ext cx="4485730" cy="3028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8DC9AD-F6B8-44D0-8169-84553C1F9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1F549-537C-41EC-B9CC-5B6A9AC2A6A7}" type="datetime1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985ED-7382-4F00-845D-4F27841B5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A2CC25-9EC7-4706-9BD4-5E20C4B3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DBC7D26-1B30-46B8-8221-09886FA3D030}"/>
              </a:ext>
            </a:extLst>
          </p:cNvPr>
          <p:cNvCxnSpPr>
            <a:cxnSpLocks/>
          </p:cNvCxnSpPr>
          <p:nvPr/>
        </p:nvCxnSpPr>
        <p:spPr>
          <a:xfrm>
            <a:off x="375523" y="2004012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186A75-E140-4995-A8BB-89B5ACE678D2}"/>
              </a:ext>
            </a:extLst>
          </p:cNvPr>
          <p:cNvCxnSpPr>
            <a:cxnSpLocks/>
          </p:cNvCxnSpPr>
          <p:nvPr/>
        </p:nvCxnSpPr>
        <p:spPr>
          <a:xfrm>
            <a:off x="5563342" y="2004012"/>
            <a:ext cx="0" cy="40486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039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221C2-B85F-435F-8DF3-C714A5472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99FE38-24D5-4D5F-A92E-E4F8B23F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F8D56-3D0E-48B8-8218-1F3A06A96C62}" type="datetime1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9DF69-BE29-4038-9744-17BFC57B8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B9496F-64EC-46E7-97F0-BCB7E79F8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17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9F19E0-8FE3-45E8-A227-D74EEF1A6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EC309E-27D4-401F-A74A-DEA16C7B51DC}" type="datetime1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FB1926-56F3-40BC-A03F-62B969419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FE2B6-07A4-4AA0-9BCE-204E13DA4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423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6266A-CB24-44C5-B2E8-01142084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9283"/>
            <a:ext cx="4603963" cy="2572489"/>
          </a:xfrm>
        </p:spPr>
        <p:txBody>
          <a:bodyPr anchor="ctr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9DBD1-7133-47A5-A771-2CEA185334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0796" y="549283"/>
            <a:ext cx="4455517" cy="531970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6A729F-B24D-424E-B067-003B0601F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8" y="3296498"/>
            <a:ext cx="4603963" cy="2572489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A7323-5497-426C-9DD9-3CF69E88E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A2B81-2BC3-42D7-B67D-05C685AA80AD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D7667-4D25-40AF-9D6D-FCB2C21E8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50918-EDF8-47A5-BEA8-AC9A7A153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19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C5D2B-FAFB-4BC9-A917-610FDCD0B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552782"/>
            <a:ext cx="4608576" cy="2569464"/>
          </a:xfr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26A694-5302-42BE-8A7A-6007C10F8F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25952" y="552783"/>
            <a:ext cx="4663440" cy="530826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4481C-81D6-4329-8203-70B3FCC3F8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9" y="3300984"/>
            <a:ext cx="4608576" cy="2569464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D6C12-26C4-4DF7-B013-56D0849AC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B8F2B-E487-4905-B553-FB649F2B6F23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E2F307-FB97-40EC-8517-E6F351B3D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1B397-305A-42B7-A763-829634B93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4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3C3B3-C67F-4C48-A663-EF010429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4C4B3F-B3CB-4CF0-AEC8-1893A6A27E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D005-2B71-4325-A646-A2278C3A2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4B861-3779-4E37-8DF0-E9EB3EA96210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56B01-AE16-42EF-B970-5CAF0C891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F9BE2-24F4-4F83-8E64-4307C979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70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601120-856A-4F01-B7C1-D87A1E5F8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874324" y="552782"/>
            <a:ext cx="2620891" cy="52947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62358-C84C-4947-B826-FF738422EA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52782"/>
            <a:ext cx="6803155" cy="52947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71139-AA1A-46DB-B793-17FB8E6E8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38388-E864-4553-9937-AE9FC5E50CFC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E06F6-0FE2-40FB-BFEE-010C22293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A7B1B-13A1-41BA-B924-FD11450C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358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4BD48A-4D17-4225-AC4D-67B4C686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52782"/>
            <a:ext cx="9489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A2B-77AF-4E51-B0C1-0D361EF81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2096199"/>
            <a:ext cx="9489000" cy="374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9C2F5-57CA-4152-A766-8F877538FB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1248" y="610269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kern="1200" cap="all" spc="3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EF7C3A7-D6F6-4D38-A7C3-B72967BB81A6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25FB5-D02B-4BB9-8B8B-D1A11CFE89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234260" y="24276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244FF-6F88-4090-A77F-499DF9AAEA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15546" y="5878515"/>
            <a:ext cx="952229" cy="420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3200" b="1" kern="1200" cap="all" spc="300" baseline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86042B-6341-4E38-A80C-926D3BB8AAC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94AEDE-F25F-43E6-A2C4-7FFF41074990}"/>
              </a:ext>
            </a:extLst>
          </p:cNvPr>
          <p:cNvSpPr/>
          <p:nvPr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C793C08-EF4C-422B-A728-6C717C47DF6F}"/>
              </a:ext>
            </a:extLst>
          </p:cNvPr>
          <p:cNvCxnSpPr>
            <a:cxnSpLocks/>
          </p:cNvCxnSpPr>
          <p:nvPr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825BC6-56A8-46DE-8037-A9A577624B0D}"/>
              </a:ext>
            </a:extLst>
          </p:cNvPr>
          <p:cNvCxnSpPr>
            <a:cxnSpLocks/>
          </p:cNvCxnSpPr>
          <p:nvPr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950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7" r:id="rId6"/>
    <p:sldLayoutId id="2147483742" r:id="rId7"/>
    <p:sldLayoutId id="2147483743" r:id="rId8"/>
    <p:sldLayoutId id="2147483744" r:id="rId9"/>
    <p:sldLayoutId id="2147483746" r:id="rId10"/>
    <p:sldLayoutId id="21474837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Black">
            <a:extLst>
              <a:ext uri="{FF2B5EF4-FFF2-40B4-BE49-F238E27FC236}">
                <a16:creationId xmlns:a16="http://schemas.microsoft.com/office/drawing/2014/main" id="{56610276-AEC4-4F9F-8F19-EBC8B8B8F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97255F6E-699E-B9CD-E3C9-24B1F28E0C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9670" r="-1" b="-1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3" name="Main Frame">
            <a:extLst>
              <a:ext uri="{FF2B5EF4-FFF2-40B4-BE49-F238E27FC236}">
                <a16:creationId xmlns:a16="http://schemas.microsoft.com/office/drawing/2014/main" id="{F82D9B81-57D7-4F0C-AB92-6E390E4E1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3868872-C7AF-136C-C6FE-B93281204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9" y="663959"/>
            <a:ext cx="6071154" cy="5048547"/>
          </a:xfrm>
        </p:spPr>
        <p:txBody>
          <a:bodyPr anchor="t">
            <a:normAutofit/>
          </a:bodyPr>
          <a:lstStyle/>
          <a:p>
            <a:r>
              <a:rPr lang="pl-PL">
                <a:solidFill>
                  <a:srgbClr val="FFFFFF"/>
                </a:solidFill>
              </a:rPr>
              <a:t>Flanki the Game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8E5981C-F41B-2A92-6684-EE3A2963FC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37499" y="663959"/>
            <a:ext cx="2659798" cy="5048553"/>
          </a:xfrm>
        </p:spPr>
        <p:txBody>
          <a:bodyPr anchor="b">
            <a:normAutofit/>
          </a:bodyPr>
          <a:lstStyle/>
          <a:p>
            <a:r>
              <a:rPr lang="pl-PL" dirty="0">
                <a:solidFill>
                  <a:srgbClr val="FFFFFF"/>
                </a:solidFill>
              </a:rPr>
              <a:t>Autorzy: Mikołaj Samek, Michał </a:t>
            </a:r>
            <a:r>
              <a:rPr lang="pl-PL" dirty="0" err="1">
                <a:solidFill>
                  <a:srgbClr val="FFFFFF"/>
                </a:solidFill>
              </a:rPr>
              <a:t>Skrzyczek</a:t>
            </a:r>
            <a:r>
              <a:rPr lang="pl-PL" dirty="0">
                <a:solidFill>
                  <a:srgbClr val="FFFFFF"/>
                </a:solidFill>
              </a:rPr>
              <a:t>, Filip Sikora, gr 4</a:t>
            </a:r>
          </a:p>
        </p:txBody>
      </p:sp>
      <p:cxnSp>
        <p:nvCxnSpPr>
          <p:cNvPr id="15" name="Main Horizontal Connector">
            <a:extLst>
              <a:ext uri="{FF2B5EF4-FFF2-40B4-BE49-F238E27FC236}">
                <a16:creationId xmlns:a16="http://schemas.microsoft.com/office/drawing/2014/main" id="{AE3D1161-F2DF-43A9-8376-3DB140315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1F444DC-2BF7-4689-B6E1-0F0D0E9C8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277100" y="335783"/>
            <a:ext cx="0" cy="5711654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Main Vertical Connector">
            <a:extLst>
              <a:ext uri="{FF2B5EF4-FFF2-40B4-BE49-F238E27FC236}">
                <a16:creationId xmlns:a16="http://schemas.microsoft.com/office/drawing/2014/main" id="{FF393DD8-555D-4D86-9600-299145E03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5038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301D1A0-509C-F5DE-55D1-6B2388199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Opis projektu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4279A60-F8A1-6B8A-80A6-73779479B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Nasz projekt opierał się na stworzeniu gry, która jest </a:t>
            </a:r>
            <a:r>
              <a:rPr lang="pl-PL" dirty="0" err="1"/>
              <a:t>phisics-based</a:t>
            </a:r>
            <a:r>
              <a:rPr lang="pl-PL" dirty="0"/>
              <a:t>. Postawiliśmy na adaptację studenckiej gry plenerowej - Flanki. Założenie jest dość proste – podczas swojej tury rzucasz zgniecioną puszką w pustą puszkę na środku mapy i przy sukcesywnym strąceniu jej pijesz swój napój dopóki przeciwnik nie podbiegnie podnieść puszki i wróci. Wygrywa ten, kto pierwszy opróżni pasek napoju.</a:t>
            </a:r>
          </a:p>
        </p:txBody>
      </p:sp>
    </p:spTree>
    <p:extLst>
      <p:ext uri="{BB962C8B-B14F-4D97-AF65-F5344CB8AC3E}">
        <p14:creationId xmlns:p14="http://schemas.microsoft.com/office/powerpoint/2010/main" val="4217392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Black">
            <a:extLst>
              <a:ext uri="{FF2B5EF4-FFF2-40B4-BE49-F238E27FC236}">
                <a16:creationId xmlns:a16="http://schemas.microsoft.com/office/drawing/2014/main" id="{56610276-AEC4-4F9F-8F19-EBC8B8B8F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52E043-0BCF-95C4-7321-EDB19CD842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6814" r="-1" b="561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1" name="Main Frame">
            <a:extLst>
              <a:ext uri="{FF2B5EF4-FFF2-40B4-BE49-F238E27FC236}">
                <a16:creationId xmlns:a16="http://schemas.microsoft.com/office/drawing/2014/main" id="{F82D9B81-57D7-4F0C-AB92-6E390E4E1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5BFC161-306F-56FC-BC5F-248FDF745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3959"/>
            <a:ext cx="6071154" cy="50485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 err="1">
                <a:solidFill>
                  <a:srgbClr val="FFFFFF"/>
                </a:solidFill>
              </a:rPr>
              <a:t>Fragmenty</a:t>
            </a:r>
            <a:r>
              <a:rPr lang="en-US" sz="5400" dirty="0">
                <a:solidFill>
                  <a:srgbClr val="FFFFFF"/>
                </a:solidFill>
              </a:rPr>
              <a:t> </a:t>
            </a:r>
            <a:r>
              <a:rPr lang="en-US" sz="5400" dirty="0" err="1">
                <a:solidFill>
                  <a:srgbClr val="FFFFFF"/>
                </a:solidFill>
              </a:rPr>
              <a:t>kodu</a:t>
            </a:r>
            <a:endParaRPr lang="en-US" sz="5400" dirty="0">
              <a:solidFill>
                <a:srgbClr val="FFFFFF"/>
              </a:solidFill>
            </a:endParaRPr>
          </a:p>
        </p:txBody>
      </p:sp>
      <p:cxnSp>
        <p:nvCxnSpPr>
          <p:cNvPr id="23" name="Main Horizontal Connector">
            <a:extLst>
              <a:ext uri="{FF2B5EF4-FFF2-40B4-BE49-F238E27FC236}">
                <a16:creationId xmlns:a16="http://schemas.microsoft.com/office/drawing/2014/main" id="{AE3D1161-F2DF-43A9-8376-3DB140315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1F444DC-2BF7-4689-B6E1-0F0D0E9C8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277100" y="335783"/>
            <a:ext cx="0" cy="5711654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Main Vertical Connector">
            <a:extLst>
              <a:ext uri="{FF2B5EF4-FFF2-40B4-BE49-F238E27FC236}">
                <a16:creationId xmlns:a16="http://schemas.microsoft.com/office/drawing/2014/main" id="{FF393DD8-555D-4D86-9600-299145E03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0574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A3D168B-EF85-8AAB-67B3-C88B25C40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9856"/>
            <a:ext cx="5981860" cy="104065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Fizyka odbić</a:t>
            </a:r>
          </a:p>
        </p:txBody>
      </p:sp>
      <p:pic>
        <p:nvPicPr>
          <p:cNvPr id="4" name="Symbol zastępczy zawartości 3">
            <a:extLst>
              <a:ext uri="{FF2B5EF4-FFF2-40B4-BE49-F238E27FC236}">
                <a16:creationId xmlns:a16="http://schemas.microsoft.com/office/drawing/2014/main" id="{F037F35D-1A0B-E565-0F30-5C3E7F6F36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" b="2883"/>
          <a:stretch>
            <a:fillRect/>
          </a:stretch>
        </p:blipFill>
        <p:spPr>
          <a:xfrm>
            <a:off x="367744" y="1886565"/>
            <a:ext cx="10386270" cy="4160870"/>
          </a:xfrm>
          <a:prstGeom prst="rect">
            <a:avLst/>
          </a:prstGeom>
        </p:spPr>
      </p:pic>
      <p:sp>
        <p:nvSpPr>
          <p:cNvPr id="19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Main Horizontal Connector">
            <a:extLst>
              <a:ext uri="{FF2B5EF4-FFF2-40B4-BE49-F238E27FC236}">
                <a16:creationId xmlns:a16="http://schemas.microsoft.com/office/drawing/2014/main" id="{4D594499-F983-4364-8ABC-5BCDC2E9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BDB03F3-936C-4FC9-8A4E-9ADA66A98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1886564"/>
            <a:ext cx="10380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2FCAA1B-E660-4FFE-8F82-F41F369BD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4510" y="334926"/>
            <a:ext cx="0" cy="155163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155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9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441C969-9745-3F5D-3691-2ED5CD360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9856"/>
            <a:ext cx="5981860" cy="104065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/>
              <a:t>Logika wyboru w menu</a:t>
            </a:r>
          </a:p>
        </p:txBody>
      </p:sp>
      <p:cxnSp>
        <p:nvCxnSpPr>
          <p:cNvPr id="22" name="Main Horizontal Connector">
            <a:extLst>
              <a:ext uri="{FF2B5EF4-FFF2-40B4-BE49-F238E27FC236}">
                <a16:creationId xmlns:a16="http://schemas.microsoft.com/office/drawing/2014/main" id="{4D594499-F983-4364-8ABC-5BCDC2E9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25">
            <a:extLst>
              <a:ext uri="{FF2B5EF4-FFF2-40B4-BE49-F238E27FC236}">
                <a16:creationId xmlns:a16="http://schemas.microsoft.com/office/drawing/2014/main" id="{BBDB03F3-936C-4FC9-8A4E-9ADA66A98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1886564"/>
            <a:ext cx="10380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Symbol zastępczy zawartości 3">
            <a:extLst>
              <a:ext uri="{FF2B5EF4-FFF2-40B4-BE49-F238E27FC236}">
                <a16:creationId xmlns:a16="http://schemas.microsoft.com/office/drawing/2014/main" id="{A25CF4BD-E451-A423-4693-1EE73F61CE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6769" y="1886561"/>
            <a:ext cx="5050648" cy="4166785"/>
          </a:xfrm>
          <a:prstGeom prst="rect">
            <a:avLst/>
          </a:prstGeom>
        </p:spPr>
      </p:pic>
      <p:cxnSp>
        <p:nvCxnSpPr>
          <p:cNvPr id="38" name="Straight Connector 27">
            <a:extLst>
              <a:ext uri="{FF2B5EF4-FFF2-40B4-BE49-F238E27FC236}">
                <a16:creationId xmlns:a16="http://schemas.microsoft.com/office/drawing/2014/main" id="{22FCAA1B-E660-4FFE-8F82-F41F369BD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4510" y="334926"/>
            <a:ext cx="0" cy="57125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Obraz 4">
            <a:extLst>
              <a:ext uri="{FF2B5EF4-FFF2-40B4-BE49-F238E27FC236}">
                <a16:creationId xmlns:a16="http://schemas.microsoft.com/office/drawing/2014/main" id="{1BD79BBC-7196-DF23-EA73-9F6954238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0200" y="1886563"/>
            <a:ext cx="3113799" cy="416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91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1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13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15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273690E-FCBE-503E-5775-B8B026CF1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3961"/>
            <a:ext cx="6136702" cy="20247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 err="1"/>
              <a:t>Tworzenie</a:t>
            </a:r>
            <a:r>
              <a:rPr lang="en-US" sz="5400" dirty="0"/>
              <a:t> </a:t>
            </a:r>
            <a:r>
              <a:rPr lang="en-US" sz="5400" dirty="0" err="1"/>
              <a:t>poziomu</a:t>
            </a:r>
            <a:endParaRPr lang="en-US" sz="5400" dirty="0"/>
          </a:p>
        </p:txBody>
      </p:sp>
      <p:cxnSp>
        <p:nvCxnSpPr>
          <p:cNvPr id="22" name="Main Horizontal Connector">
            <a:extLst>
              <a:ext uri="{FF2B5EF4-FFF2-40B4-BE49-F238E27FC236}">
                <a16:creationId xmlns:a16="http://schemas.microsoft.com/office/drawing/2014/main" id="{4D594499-F983-4364-8ABC-5BCDC2E9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8AF4C33-97E9-4EAA-A090-D319815D4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80698" y="334928"/>
            <a:ext cx="0" cy="5712509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FE5A4E2-2F13-434C-8831-A64929EBE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2953365"/>
            <a:ext cx="10380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Symbol zastępczy zawartości 3">
            <a:extLst>
              <a:ext uri="{FF2B5EF4-FFF2-40B4-BE49-F238E27FC236}">
                <a16:creationId xmlns:a16="http://schemas.microsoft.com/office/drawing/2014/main" id="{21139EA4-94CB-D7AC-62B0-F7A44506DC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4510" y="2943340"/>
            <a:ext cx="4853441" cy="3094068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B86EC700-1AF4-842F-02A4-7D194BE0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867" y="2963394"/>
            <a:ext cx="3806831" cy="307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97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8094A58-4B19-2FA7-9CA9-EDF89C42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9856"/>
            <a:ext cx="5981860" cy="104065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/>
              <a:t>Przypisanie klawiszy podczas gry</a:t>
            </a:r>
          </a:p>
        </p:txBody>
      </p:sp>
      <p:pic>
        <p:nvPicPr>
          <p:cNvPr id="4" name="Symbol zastępczy zawartości 3">
            <a:extLst>
              <a:ext uri="{FF2B5EF4-FFF2-40B4-BE49-F238E27FC236}">
                <a16:creationId xmlns:a16="http://schemas.microsoft.com/office/drawing/2014/main" id="{19E8A67D-76C5-B217-C5B1-A66F1F4B0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" b="14764"/>
          <a:stretch>
            <a:fillRect/>
          </a:stretch>
        </p:blipFill>
        <p:spPr>
          <a:xfrm>
            <a:off x="367744" y="1886565"/>
            <a:ext cx="10386270" cy="4160870"/>
          </a:xfrm>
          <a:prstGeom prst="rect">
            <a:avLst/>
          </a:prstGeom>
        </p:spPr>
      </p:pic>
      <p:sp>
        <p:nvSpPr>
          <p:cNvPr id="19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Main Horizontal Connector">
            <a:extLst>
              <a:ext uri="{FF2B5EF4-FFF2-40B4-BE49-F238E27FC236}">
                <a16:creationId xmlns:a16="http://schemas.microsoft.com/office/drawing/2014/main" id="{4D594499-F983-4364-8ABC-5BCDC2E9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BDB03F3-936C-4FC9-8A4E-9ADA66A98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1886564"/>
            <a:ext cx="10380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2FCAA1B-E660-4FFE-8F82-F41F369BD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4510" y="334926"/>
            <a:ext cx="0" cy="155163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105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9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11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13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15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4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F40867-BD6D-D60F-EB31-A108AF7A8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663961"/>
            <a:ext cx="6136702" cy="20247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sz="5400" dirty="0"/>
              <a:t>Logika bota</a:t>
            </a:r>
            <a:endParaRPr lang="en-US" sz="5400" dirty="0"/>
          </a:p>
        </p:txBody>
      </p:sp>
      <p:cxnSp>
        <p:nvCxnSpPr>
          <p:cNvPr id="36" name="Main Horizontal Connector">
            <a:extLst>
              <a:ext uri="{FF2B5EF4-FFF2-40B4-BE49-F238E27FC236}">
                <a16:creationId xmlns:a16="http://schemas.microsoft.com/office/drawing/2014/main" id="{4D594499-F983-4364-8ABC-5BCDC2E90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23">
            <a:extLst>
              <a:ext uri="{FF2B5EF4-FFF2-40B4-BE49-F238E27FC236}">
                <a16:creationId xmlns:a16="http://schemas.microsoft.com/office/drawing/2014/main" id="{78AF4C33-97E9-4EAA-A090-D319815D4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80698" y="334928"/>
            <a:ext cx="0" cy="5712509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27">
            <a:extLst>
              <a:ext uri="{FF2B5EF4-FFF2-40B4-BE49-F238E27FC236}">
                <a16:creationId xmlns:a16="http://schemas.microsoft.com/office/drawing/2014/main" id="{0FE5A4E2-2F13-434C-8831-A64929EBE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2953365"/>
            <a:ext cx="10380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Symbol zastępczy zawartości 7" descr="Obraz zawierający tekst, zrzut ekranu, oprogramowanie, Oprogramowanie multimedialne&#10;&#10;Zawartość wygenerowana przez AI może być niepoprawna.">
            <a:extLst>
              <a:ext uri="{FF2B5EF4-FFF2-40B4-BE49-F238E27FC236}">
                <a16:creationId xmlns:a16="http://schemas.microsoft.com/office/drawing/2014/main" id="{19D88B0E-AA7F-80B3-29C1-7D3673864F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9913" y="2095500"/>
            <a:ext cx="8971412" cy="374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454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336A3E1-3A3C-D3CF-980B-E7BBB92C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Podzial</a:t>
            </a:r>
            <a:r>
              <a:rPr lang="pl-PL" dirty="0"/>
              <a:t> </a:t>
            </a:r>
            <a:r>
              <a:rPr lang="pl-PL" dirty="0" err="1"/>
              <a:t>obowiazków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ED9D20E-7638-8AAE-95B7-FF4968AF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Mikołaj – Interfejs</a:t>
            </a:r>
          </a:p>
          <a:p>
            <a:r>
              <a:rPr lang="pl-PL" dirty="0"/>
              <a:t>Michał – Przebieg gry</a:t>
            </a:r>
          </a:p>
          <a:p>
            <a:r>
              <a:rPr lang="pl-PL" dirty="0"/>
              <a:t>Filip – Fizyka </a:t>
            </a:r>
          </a:p>
        </p:txBody>
      </p:sp>
    </p:spTree>
    <p:extLst>
      <p:ext uri="{BB962C8B-B14F-4D97-AF65-F5344CB8AC3E}">
        <p14:creationId xmlns:p14="http://schemas.microsoft.com/office/powerpoint/2010/main" val="1415269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F194AEDE-F25F-43E6-A2C4-7FFF41074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4C793C08-EF4C-422B-A728-6C717C47D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FE825BC6-56A8-46DE-8037-A9A57762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9EED8031-DD67-43C6-94A0-646636C95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495800"/>
            <a:ext cx="10375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39" name="Background Fill">
            <a:extLst>
              <a:ext uri="{FF2B5EF4-FFF2-40B4-BE49-F238E27FC236}">
                <a16:creationId xmlns:a16="http://schemas.microsoft.com/office/drawing/2014/main" id="{6DA65B90-7B06-4499-91BA-CDDD361324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D9E5101-83D3-785C-4328-ED2425534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2502" y="663960"/>
            <a:ext cx="4481500" cy="35099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Dziekujemy za uwage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B33F233-9038-5F27-7C07-40EE37EE3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733" y="4843713"/>
            <a:ext cx="4475229" cy="103478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/>
              <a:t>~team Flanki</a:t>
            </a:r>
          </a:p>
        </p:txBody>
      </p:sp>
      <p:pic>
        <p:nvPicPr>
          <p:cNvPr id="1026" name="Picture 2" descr="PIWO TYSKIE GRONIE 0.5L PUSZKA - Supermarket STOP | Wadowice">
            <a:extLst>
              <a:ext uri="{FF2B5EF4-FFF2-40B4-BE49-F238E27FC236}">
                <a16:creationId xmlns:a16="http://schemas.microsoft.com/office/drawing/2014/main" id="{B5DD9473-6DF3-A476-ACB2-14D23AD68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7744" y="1007617"/>
            <a:ext cx="4842768" cy="4842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1" name="Main Frame">
            <a:extLst>
              <a:ext uri="{FF2B5EF4-FFF2-40B4-BE49-F238E27FC236}">
                <a16:creationId xmlns:a16="http://schemas.microsoft.com/office/drawing/2014/main" id="{9502469D-C562-48E3-ABA2-3CFA55C52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60546" y="334928"/>
            <a:ext cx="6263710" cy="61881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3" name="Main Vertical Connector">
            <a:extLst>
              <a:ext uri="{FF2B5EF4-FFF2-40B4-BE49-F238E27FC236}">
                <a16:creationId xmlns:a16="http://schemas.microsoft.com/office/drawing/2014/main" id="{6D4C177C-581F-4CC8-A686-0B6D25DC6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FFCB2E8B-F8CC-4CF1-9D6C-B01F64C8D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62600" y="4508787"/>
            <a:ext cx="518609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Main Horizontal Connector">
            <a:extLst>
              <a:ext uri="{FF2B5EF4-FFF2-40B4-BE49-F238E27FC236}">
                <a16:creationId xmlns:a16="http://schemas.microsoft.com/office/drawing/2014/main" id="{05B8EA5E-9C54-40D2-A319-5533E7D50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60546" y="6047437"/>
            <a:ext cx="518815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535550"/>
      </p:ext>
    </p:extLst>
  </p:cSld>
  <p:clrMapOvr>
    <a:masterClrMapping/>
  </p:clrMapOvr>
</p:sld>
</file>

<file path=ppt/theme/theme1.xml><?xml version="1.0" encoding="utf-8"?>
<a:theme xmlns:a="http://schemas.openxmlformats.org/drawingml/2006/main" name="MimeoVTI">
  <a:themeElements>
    <a:clrScheme name="Mimeo">
      <a:dk1>
        <a:sysClr val="windowText" lastClr="000000"/>
      </a:dk1>
      <a:lt1>
        <a:sysClr val="window" lastClr="FFFFFF"/>
      </a:lt1>
      <a:dk2>
        <a:srgbClr val="011E31"/>
      </a:dk2>
      <a:lt2>
        <a:srgbClr val="FDF3E6"/>
      </a:lt2>
      <a:accent1>
        <a:srgbClr val="005E9E"/>
      </a:accent1>
      <a:accent2>
        <a:srgbClr val="38998D"/>
      </a:accent2>
      <a:accent3>
        <a:srgbClr val="EF8683"/>
      </a:accent3>
      <a:accent4>
        <a:srgbClr val="F04E28"/>
      </a:accent4>
      <a:accent5>
        <a:srgbClr val="DD992C"/>
      </a:accent5>
      <a:accent6>
        <a:srgbClr val="136E65"/>
      </a:accent6>
      <a:hlink>
        <a:srgbClr val="38998D"/>
      </a:hlink>
      <a:folHlink>
        <a:srgbClr val="F04E28"/>
      </a:folHlink>
    </a:clrScheme>
    <a:fontScheme name="Custom 3">
      <a:majorFont>
        <a:latin typeface="Elephant"/>
        <a:ea typeface=""/>
        <a:cs typeface=""/>
      </a:majorFont>
      <a:minorFont>
        <a:latin typeface="Univers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meoVTI" id="{63E3BFD8-7F9C-46D1-A4F3-04054403C108}" vid="{C505C190-EE38-45FD-8294-6454536D04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116</Words>
  <Application>Microsoft Office PowerPoint</Application>
  <PresentationFormat>Panoramiczny</PresentationFormat>
  <Paragraphs>16</Paragraphs>
  <Slides>10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4" baseType="lpstr">
      <vt:lpstr>Arial</vt:lpstr>
      <vt:lpstr>Elephant</vt:lpstr>
      <vt:lpstr>Univers Condensed</vt:lpstr>
      <vt:lpstr>MimeoVTI</vt:lpstr>
      <vt:lpstr>Flanki the Game</vt:lpstr>
      <vt:lpstr>Opis projektu</vt:lpstr>
      <vt:lpstr>Fragmenty kodu</vt:lpstr>
      <vt:lpstr>Fizyka odbić</vt:lpstr>
      <vt:lpstr>Logika wyboru w menu</vt:lpstr>
      <vt:lpstr>Tworzenie poziomu</vt:lpstr>
      <vt:lpstr>Przypisanie klawiszy podczas gry</vt:lpstr>
      <vt:lpstr>Logika bota</vt:lpstr>
      <vt:lpstr>Podzial obowiazków</vt:lpstr>
      <vt:lpstr>Dziekujemy za uwage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Mikołaj Samek</dc:creator>
  <cp:lastModifiedBy>Michał Skrzyczek</cp:lastModifiedBy>
  <cp:revision>2</cp:revision>
  <dcterms:created xsi:type="dcterms:W3CDTF">2026-01-19T06:54:20Z</dcterms:created>
  <dcterms:modified xsi:type="dcterms:W3CDTF">2026-01-19T08:42:09Z</dcterms:modified>
</cp:coreProperties>
</file>